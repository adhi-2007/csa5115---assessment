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1"/>
  </p:notesMasterIdLst>
  <p:handoutMasterIdLst>
    <p:handoutMasterId r:id="rId12"/>
  </p:handoutMasterIdLst>
  <p:sldIdLst>
    <p:sldId id="261" r:id="rId5"/>
    <p:sldId id="327" r:id="rId6"/>
    <p:sldId id="332" r:id="rId7"/>
    <p:sldId id="331" r:id="rId8"/>
    <p:sldId id="340" r:id="rId9"/>
    <p:sldId id="34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7F19F-041E-4E94-9341-002C9C313E41}" v="5" dt="2026-06-05T02:46:52.396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271" autoAdjust="0"/>
    <p:restoredTop sz="95034" autoAdjust="0"/>
  </p:normalViewPr>
  <p:slideViewPr>
    <p:cSldViewPr>
      <p:cViewPr varScale="1">
        <p:scale>
          <a:sx n="63" d="100"/>
          <a:sy n="63" d="100"/>
        </p:scale>
        <p:origin x="220" y="44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" userId="499a9d2cd44f0b66" providerId="LiveId" clId="{3DF5733B-E84E-421B-8576-D4B37553F6E0}"/>
    <pc:docChg chg="undo custSel addSld delSld modSld sldOrd">
      <pc:chgData name="Deepak V" userId="499a9d2cd44f0b66" providerId="LiveId" clId="{3DF5733B-E84E-421B-8576-D4B37553F6E0}" dt="2026-06-05T02:47:03.365" v="1553" actId="14100"/>
      <pc:docMkLst>
        <pc:docMk/>
      </pc:docMkLst>
      <pc:sldChg chg="addSp modSp mod">
        <pc:chgData name="Deepak V" userId="499a9d2cd44f0b66" providerId="LiveId" clId="{3DF5733B-E84E-421B-8576-D4B37553F6E0}" dt="2026-06-05T02:46:00.795" v="1536"/>
        <pc:sldMkLst>
          <pc:docMk/>
          <pc:sldMk cId="3135228966" sldId="261"/>
        </pc:sldMkLst>
        <pc:picChg chg="add mod">
          <ac:chgData name="Deepak V" userId="499a9d2cd44f0b66" providerId="LiveId" clId="{3DF5733B-E84E-421B-8576-D4B37553F6E0}" dt="2026-06-05T02:46:00.795" v="1536"/>
          <ac:picMkLst>
            <pc:docMk/>
            <pc:sldMk cId="3135228966" sldId="261"/>
            <ac:picMk id="4" creationId="{8190B8C5-6384-60F6-7288-C2BC91ACF4F0}"/>
          </ac:picMkLst>
        </pc:picChg>
      </pc:sldChg>
      <pc:sldChg chg="addSp delSp modSp mod">
        <pc:chgData name="Deepak V" userId="499a9d2cd44f0b66" providerId="LiveId" clId="{3DF5733B-E84E-421B-8576-D4B37553F6E0}" dt="2026-06-05T02:46:18.859" v="1538" actId="478"/>
        <pc:sldMkLst>
          <pc:docMk/>
          <pc:sldMk cId="1142707554" sldId="339"/>
        </pc:sldMkLst>
        <pc:picChg chg="add del mod">
          <ac:chgData name="Deepak V" userId="499a9d2cd44f0b66" providerId="LiveId" clId="{3DF5733B-E84E-421B-8576-D4B37553F6E0}" dt="2026-06-05T02:46:18.859" v="1538" actId="478"/>
          <ac:picMkLst>
            <pc:docMk/>
            <pc:sldMk cId="1142707554" sldId="339"/>
            <ac:picMk id="3" creationId="{F1308E66-E076-F367-5C13-822F21A6E1FA}"/>
          </ac:picMkLst>
        </pc:picChg>
      </pc:sldChg>
      <pc:sldChg chg="addSp delSp modSp add mod">
        <pc:chgData name="Deepak V" userId="499a9d2cd44f0b66" providerId="LiveId" clId="{3DF5733B-E84E-421B-8576-D4B37553F6E0}" dt="2026-06-05T02:47:03.365" v="1553" actId="14100"/>
        <pc:sldMkLst>
          <pc:docMk/>
          <pc:sldMk cId="2091496197" sldId="343"/>
        </pc:sldMkLst>
        <pc:spChg chg="mod">
          <ac:chgData name="Deepak V" userId="499a9d2cd44f0b66" providerId="LiveId" clId="{3DF5733B-E84E-421B-8576-D4B37553F6E0}" dt="2026-06-05T02:46:25.343" v="1540" actId="20577"/>
          <ac:spMkLst>
            <pc:docMk/>
            <pc:sldMk cId="2091496197" sldId="343"/>
            <ac:spMk id="2" creationId="{888DB922-A7EB-4843-DCC5-7E10B65B2F20}"/>
          </ac:spMkLst>
        </pc:spChg>
        <pc:spChg chg="add mod">
          <ac:chgData name="Deepak V" userId="499a9d2cd44f0b66" providerId="LiveId" clId="{3DF5733B-E84E-421B-8576-D4B37553F6E0}" dt="2026-06-05T02:46:47.013" v="1546" actId="478"/>
          <ac:spMkLst>
            <pc:docMk/>
            <pc:sldMk cId="2091496197" sldId="343"/>
            <ac:spMk id="6" creationId="{0EBB550E-DED1-A79D-C5BE-B7FEFD906E3D}"/>
          </ac:spMkLst>
        </pc:spChg>
        <pc:spChg chg="del">
          <ac:chgData name="Deepak V" userId="499a9d2cd44f0b66" providerId="LiveId" clId="{3DF5733B-E84E-421B-8576-D4B37553F6E0}" dt="2026-06-05T02:46:50.550" v="1548" actId="478"/>
          <ac:spMkLst>
            <pc:docMk/>
            <pc:sldMk cId="2091496197" sldId="343"/>
            <ac:spMk id="9" creationId="{0C51AFF7-F6D2-80E4-ACCB-D661D8DFACDC}"/>
          </ac:spMkLst>
        </pc:spChg>
        <pc:spChg chg="del mod">
          <ac:chgData name="Deepak V" userId="499a9d2cd44f0b66" providerId="LiveId" clId="{3DF5733B-E84E-421B-8576-D4B37553F6E0}" dt="2026-06-05T02:46:47.013" v="1546" actId="478"/>
          <ac:spMkLst>
            <pc:docMk/>
            <pc:sldMk cId="2091496197" sldId="343"/>
            <ac:spMk id="12" creationId="{4E203549-B6D9-CBA3-276E-A7F2FB0F8FBF}"/>
          </ac:spMkLst>
        </pc:spChg>
        <pc:picChg chg="add mod">
          <ac:chgData name="Deepak V" userId="499a9d2cd44f0b66" providerId="LiveId" clId="{3DF5733B-E84E-421B-8576-D4B37553F6E0}" dt="2026-06-05T02:47:03.365" v="1553" actId="14100"/>
          <ac:picMkLst>
            <pc:docMk/>
            <pc:sldMk cId="2091496197" sldId="343"/>
            <ac:picMk id="3" creationId="{013F0B50-8AC6-C53F-537C-F791A364DC16}"/>
          </ac:picMkLst>
        </pc:picChg>
        <pc:picChg chg="del">
          <ac:chgData name="Deepak V" userId="499a9d2cd44f0b66" providerId="LiveId" clId="{3DF5733B-E84E-421B-8576-D4B37553F6E0}" dt="2026-06-05T02:46:48.870" v="1547" actId="478"/>
          <ac:picMkLst>
            <pc:docMk/>
            <pc:sldMk cId="2091496197" sldId="343"/>
            <ac:picMk id="4" creationId="{47A86937-C448-5F29-3F7A-ADFE55E4F93F}"/>
          </ac:picMkLst>
        </pc:picChg>
        <pc:picChg chg="del">
          <ac:chgData name="Deepak V" userId="499a9d2cd44f0b66" providerId="LiveId" clId="{3DF5733B-E84E-421B-8576-D4B37553F6E0}" dt="2026-06-05T02:46:52.395" v="1549" actId="478"/>
          <ac:picMkLst>
            <pc:docMk/>
            <pc:sldMk cId="2091496197" sldId="343"/>
            <ac:picMk id="11" creationId="{92C0D40E-7B71-7937-224A-AD4326BC257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7/29/2026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7/29/2026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A5AD-3528-8E9B-0326-67A5624A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6A104-94E8-3C5E-2B8B-C9BA49F3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0C76B-2CB8-29F6-DBB3-319A1B16D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30F0-4774-0A11-C345-D1DB171D8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26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1568-2F42-0B11-42D3-5C03E92D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96DBA-D316-C530-2039-ED417C90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7747-54A4-7EDD-17C4-B571B9160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BE86-BA88-54E1-5470-3BB0587F9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4583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8439-3ED6-65E6-ED84-7F659848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A8E3C-32F2-5188-70B3-B82EB6A2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BD3A-CE75-6FDC-6E1A-D92CF74FF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5DDD-7C8D-DB7F-528B-58B73E33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462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E44-7CEE-DDB6-8C17-9C780B17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52FB7-4A18-E296-53F9-CD3F7DCB2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C4523-FEAC-4DEA-B5FF-7A5D70B69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53B1-F49A-AEC9-D179-2EABD9896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41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 Simple Backgrounds [Edit and Download]">
            <a:extLst>
              <a:ext uri="{FF2B5EF4-FFF2-40B4-BE49-F238E27FC236}">
                <a16:creationId xmlns:a16="http://schemas.microsoft.com/office/drawing/2014/main" id="{D6D88F28-9497-673D-5638-1AE930DB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6">
            <a:extLst>
              <a:ext uri="{FF2B5EF4-FFF2-40B4-BE49-F238E27FC236}">
                <a16:creationId xmlns:a16="http://schemas.microsoft.com/office/drawing/2014/main" id="{22A12031-A2E9-2CC6-9179-DD1444064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057" y="5157192"/>
            <a:ext cx="5198941" cy="1078188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Adhikesavan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– 192521172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FE5F9498-1363-477C-610A-E784212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4" y="1635991"/>
            <a:ext cx="11884230" cy="86409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 vs. Asymmetric Encryption How They Work and When Each Is Used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715E9-5BEB-9BE2-CD98-F68FE3887254}"/>
              </a:ext>
            </a:extLst>
          </p:cNvPr>
          <p:cNvSpPr txBox="1"/>
          <p:nvPr/>
        </p:nvSpPr>
        <p:spPr>
          <a:xfrm>
            <a:off x="1055440" y="3721121"/>
            <a:ext cx="931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dk1"/>
              </a:buClr>
              <a:buSzPts val="2600"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CSA5115 – CRYPTOGRAPHY 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9EFC6E01-CE6D-C61A-18D7-38D4C0FE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D5DD552-4C5C-FE74-9769-1E5D9287941F}"/>
              </a:ext>
            </a:extLst>
          </p:cNvPr>
          <p:cNvSpPr txBox="1"/>
          <p:nvPr/>
        </p:nvSpPr>
        <p:spPr>
          <a:xfrm>
            <a:off x="551384" y="5057093"/>
            <a:ext cx="3308183" cy="17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8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Supervisor-</a:t>
            </a:r>
            <a:r>
              <a:rPr lang="en-US" sz="26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2600"/>
            </a:pP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Dr.T.Sangeetha</a:t>
            </a:r>
            <a:b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8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</a:pPr>
            <a:endParaRPr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1115-9603-8036-3A62-B4580F68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46030C3-B2A7-CDE6-C902-5E03EA3F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B9E1200-92A9-C714-5E46-1D5DB90A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Encryption?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33D3F-899E-2F62-E912-0CF5FE616EB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635B65A-78E6-D440-A31E-88F636B5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0BA0A-E9F3-E037-320D-8721B5CAA9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07368" y="3038152"/>
            <a:ext cx="12192000" cy="3145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Encryption converts readable data (plaintext) into unreadable data (ciphertext).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protects data from unauthorized access.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Only authorized users with the correct key can decrypt the data 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Used for secure communication and data protection.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25C1-C538-C248-E0AB-B91F42F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DCB8249-008B-B32F-A5A7-021DAB0F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F85C70A-7D65-C52D-4A8A-2B50AF01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E8DDF-4C4A-324E-DE8A-4C00D24BC15F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A96EF34-C1E2-5547-1A34-98125945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7DC-6DEB-75A0-C6FD-4C662D4E39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39416" y="3076504"/>
            <a:ext cx="11928648" cy="313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one secret key for both encryption and decryption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and receiver must share the same key securely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for large amounts of data 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AES, DES, 3DES, Blowfish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3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C1E-72C1-81CB-E92B-4C2E126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A1D24B5-3AAF-E579-7078-290EF65C3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093ADA2-CB56-5811-4346-7FC0B5F6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448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Symmetric Encryption 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0CEB5-8B60-AC91-C723-16192672C7DF}"/>
              </a:ext>
            </a:extLst>
          </p:cNvPr>
          <p:cNvSpPr/>
          <p:nvPr/>
        </p:nvSpPr>
        <p:spPr>
          <a:xfrm>
            <a:off x="-2" y="2132856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09A2F80-7F4B-98D3-E5AD-574A1BF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0FD5-C189-AA28-3D37-D3A1B50C1B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415480" y="3209925"/>
            <a:ext cx="7175362" cy="2780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encrypts data using a secret key 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 is sent over the network.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uses the same secret key to decrypt the data 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message is recovered.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6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D4C-C95E-60A9-BAF2-D66C289B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0889E36-42D8-1BDE-47CA-0DFE47DC2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4F66286-346E-A20F-0FD4-31340CD8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53F6C-AA07-2123-573F-18D593C3D81A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EB4718A6-6509-2E9A-81F5-3ECB4D5CA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3B7C01-7D6B-8456-3F4F-A7D2C41AB9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74" y="3409260"/>
            <a:ext cx="11928648" cy="219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 is fast and ideal for encrypting large amounts of data 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encryption is more secure and ideal for secure communication and authentication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often combine both methods for better security and performance.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ADADAA1-59B7-1DC5-DB09-0ECD8367B51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30024" b="30024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prstClr val="white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8AC7-1DA2-A056-CD73-BD75B5F49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04950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1177</TotalTime>
  <Words>193</Words>
  <Application>Microsoft Office PowerPoint</Application>
  <PresentationFormat>Widescreen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Symmetric vs. Asymmetric Encryption How They Work and When Each Is Used</vt:lpstr>
      <vt:lpstr>What is Encryption?</vt:lpstr>
      <vt:lpstr>Symmetric Encryption</vt:lpstr>
      <vt:lpstr>How Symmetric Encryption Works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Duddupudi</dc:creator>
  <cp:lastModifiedBy>aadhi kesavan</cp:lastModifiedBy>
  <cp:revision>31</cp:revision>
  <dcterms:created xsi:type="dcterms:W3CDTF">2025-07-10T17:27:14Z</dcterms:created>
  <dcterms:modified xsi:type="dcterms:W3CDTF">2026-07-29T04:04:38Z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